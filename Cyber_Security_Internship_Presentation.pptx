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886968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886968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886968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937260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937260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937260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937260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937260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7260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987552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987552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987552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987552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987552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987552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1037844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37844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37844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37844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7844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37844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88136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8136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1088136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88136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1088136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1088136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11384280" y="5486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11384280" y="10515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11384280" y="15544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11384280" y="20574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11384280" y="25603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11384280" y="30632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822960" y="777240"/>
            <a:ext cx="960120" cy="960120"/>
          </a:xfrm>
          <a:prstGeom prst="ellipse">
            <a:avLst/>
          </a:prstGeom>
          <a:solidFill>
            <a:srgbClr val="12263F"/>
          </a:solidFill>
          <a:ln/>
        </p:spPr>
      </p:sp>
      <p:pic>
        <p:nvPicPr>
          <p:cNvPr id="39" name="Image 0" descr="/home/claude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987" y="993267"/>
            <a:ext cx="528066" cy="528066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77240" y="21488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 SECURITY</a:t>
            </a:r>
            <a:endParaRPr lang="en-US" sz="4600" dirty="0"/>
          </a:p>
        </p:txBody>
      </p:sp>
      <p:sp>
        <p:nvSpPr>
          <p:cNvPr id="41" name="Text 38"/>
          <p:cNvSpPr/>
          <p:nvPr/>
        </p:nvSpPr>
        <p:spPr>
          <a:xfrm>
            <a:off x="804672" y="28803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spc="3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822960" y="3977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</a:t>
            </a:r>
            <a:pPr indent="0" marL="0"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Roll No. 2410031468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822960" y="43434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· School of Computer Science and Engineering · IILM University, Greater Noida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2263F"/>
          </a:solidFill>
          <a:ln/>
        </p:spPr>
      </p:sp>
      <p:sp>
        <p:nvSpPr>
          <p:cNvPr id="45" name="Text 42"/>
          <p:cNvSpPr/>
          <p:nvPr/>
        </p:nvSpPr>
        <p:spPr>
          <a:xfrm>
            <a:off x="822960" y="5989320"/>
            <a:ext cx="7772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  |  National Internship Portal (AICTE &amp; ICAC approved)</a:t>
            </a:r>
            <a:endParaRPr lang="en-US" sz="1250" dirty="0"/>
          </a:p>
        </p:txBody>
      </p:sp>
      <p:sp>
        <p:nvSpPr>
          <p:cNvPr id="46" name="Text 43"/>
          <p:cNvSpPr/>
          <p:nvPr/>
        </p:nvSpPr>
        <p:spPr>
          <a:xfrm>
            <a:off x="8778240" y="598932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JUL – 31 JUL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REPORT COVERS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6314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6" name="Image 0" descr="/home/claude/icons_navy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4231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057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Profile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00200" y="24414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Codec Technologies &amp; the National Internship Portal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63640" y="18745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6314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1" name="Image 1" descr="/home/claude/icons_navy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60" y="242316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05740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269480" y="244144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practical security training is needed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94360" y="3520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" y="390906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6" name="Image 2" descr="/home/claude/icons_navy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406908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37033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&amp; Scope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600200" y="408736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internship set out to achieve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63640" y="35204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390906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1" name="Image 3" descr="/home/claude/icons_navy/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40690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70332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Technologies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269480" y="408736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Linux, Nmap, Wireshark, Burp Suite &amp; more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9436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822960" y="555498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6" name="Image 4" descr="/home/claude/icons_navy/sitem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980" y="5715000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00200" y="5349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Methodology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600200" y="573328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network layers and the 4-week learning plan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63640" y="516636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92240" y="5554980"/>
            <a:ext cx="640080" cy="64008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31" name="Image 5" descr="/home/claude/icons_navy/gradc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2260" y="571500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69480" y="5349240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&amp; Certificate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269480" y="5733288"/>
            <a:ext cx="4160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 and proof of completion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1929"/>
          </a:solidFill>
          <a:ln/>
        </p:spPr>
      </p:sp>
      <p:sp>
        <p:nvSpPr>
          <p:cNvPr id="3" name="Shape 1"/>
          <p:cNvSpPr/>
          <p:nvPr/>
        </p:nvSpPr>
        <p:spPr>
          <a:xfrm>
            <a:off x="1234440" y="914400"/>
            <a:ext cx="1188720" cy="1188720"/>
          </a:xfrm>
          <a:prstGeom prst="ellipse">
            <a:avLst/>
          </a:prstGeom>
          <a:solidFill>
            <a:srgbClr val="12263F"/>
          </a:solidFill>
          <a:ln/>
        </p:spPr>
      </p:sp>
      <p:pic>
        <p:nvPicPr>
          <p:cNvPr id="4" name="Image 0" descr="/home/claude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1620" y="12115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94360" y="246888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</a:t>
            </a:r>
            <a:endParaRPr lang="en-US" sz="2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94360" y="37947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Pvt. Ltd.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4206240"/>
            <a:ext cx="3017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technology training and internship provider partnered with the National Internship Portal.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17720" y="685800"/>
            <a:ext cx="69494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846320" y="905256"/>
            <a:ext cx="731520" cy="73152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0" name="Image 1" descr="/home/claude/icons_navy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088136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806440" y="86868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&amp; ICAC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5806440" y="1252728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internship program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617720" y="2039112"/>
            <a:ext cx="69494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846320" y="2258568"/>
            <a:ext cx="731520" cy="73152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5" name="Image 2" descr="/home/claude/icons_navy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41448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06440" y="2221992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Internship Portal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5806440" y="260604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Recognized under Ministry of Education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617720" y="3392424"/>
            <a:ext cx="69494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846320" y="3611880"/>
            <a:ext cx="731520" cy="73152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0" name="Image 3" descr="/home/claude/icons_navy/gradc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7947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806440" y="3575304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 Education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5806440" y="395935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Partner organization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4617720" y="4745736"/>
            <a:ext cx="6949440" cy="1170432"/>
          </a:xfrm>
          <a:prstGeom prst="roundRect">
            <a:avLst>
              <a:gd name="adj" fmla="val 546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846320" y="4965192"/>
            <a:ext cx="731520" cy="73152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5" name="Image 4" descr="/home/claude/icons_navy/expan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5148072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06440" y="4928616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Multi-domain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5806440" y="531266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security, data science, web dev &amp; AI tracks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965960"/>
            <a:ext cx="10881360" cy="1463040"/>
          </a:xfrm>
          <a:prstGeom prst="roundRect">
            <a:avLst>
              <a:gd name="adj" fmla="val 5000"/>
            </a:avLst>
          </a:prstGeom>
          <a:solidFill>
            <a:srgbClr val="12263F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286000"/>
            <a:ext cx="822960" cy="8229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" y="24917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9326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Organizations face a continuous rise in cyber attacks, while many students graduate with limited hands-on exposure to real-world security tools and practices — relying mainly on theoretical classroom knowledge.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4360" y="37947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40690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0" name="Image 1" descr="/home/claude/icons/bu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4217670"/>
            <a:ext cx="297180" cy="2971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48280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Threats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68680" y="5193792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Malware, phishing, ransomware and data breaches continue to grow in scale and sophistication.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297680" y="37947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572000" y="40690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5" name="Image 2" descr="/home/claude/icons/userSecr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0590" y="4217670"/>
            <a:ext cx="297180" cy="2971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572000" y="48280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Gap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572000" y="5193792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shortage of professionals trained in practical, hands-on security fundamentals.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001000" y="3794760"/>
            <a:ext cx="3429000" cy="2331720"/>
          </a:xfrm>
          <a:prstGeom prst="roundRect">
            <a:avLst>
              <a:gd name="adj" fmla="val 3137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75320" y="4069080"/>
            <a:ext cx="594360" cy="59436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0" name="Image 3" descr="/home/claude/icons/searc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3910" y="4217670"/>
            <a:ext cx="297180" cy="2971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75320" y="4828032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Exposure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275320" y="5193792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learning rarely includes real tools like Nmap, Wireshark or Kali Linux.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INTERNSHIP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0A1929"/>
          </a:solidFill>
          <a:ln/>
        </p:spPr>
      </p:sp>
      <p:sp>
        <p:nvSpPr>
          <p:cNvPr id="5" name="Shape 3"/>
          <p:cNvSpPr/>
          <p:nvPr/>
        </p:nvSpPr>
        <p:spPr>
          <a:xfrm>
            <a:off x="1271016" y="2194560"/>
            <a:ext cx="731520" cy="731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6" name="Image 0" descr="/home/claude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3896" y="2377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74904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fundamental concepts and terminology used in cyber security.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852928" y="187452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2263F"/>
          </a:solidFill>
          <a:ln/>
        </p:spPr>
      </p:sp>
      <p:sp>
        <p:nvSpPr>
          <p:cNvPr id="11" name="Shape 8"/>
          <p:cNvSpPr/>
          <p:nvPr/>
        </p:nvSpPr>
        <p:spPr>
          <a:xfrm>
            <a:off x="3529584" y="2194560"/>
            <a:ext cx="731520" cy="731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12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23774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35808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035808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Awareness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3035808" y="374904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common cyber threats — malware, phishing and social engineering.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111496" y="187452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0A1929"/>
          </a:solidFill>
          <a:ln/>
        </p:spPr>
      </p:sp>
      <p:sp>
        <p:nvSpPr>
          <p:cNvPr id="17" name="Shape 13"/>
          <p:cNvSpPr/>
          <p:nvPr/>
        </p:nvSpPr>
        <p:spPr>
          <a:xfrm>
            <a:off x="5788152" y="2194560"/>
            <a:ext cx="731520" cy="731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18" name="Image 2" descr="/home/claude/icons/termi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1032" y="23774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294376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5294376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Tools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5294376" y="374904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practical exposure to network scanning and vulnerability tools.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7370064" y="187452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12263F"/>
          </a:solidFill>
          <a:ln/>
        </p:spPr>
      </p:sp>
      <p:sp>
        <p:nvSpPr>
          <p:cNvPr id="23" name="Shape 18"/>
          <p:cNvSpPr/>
          <p:nvPr/>
        </p:nvSpPr>
        <p:spPr>
          <a:xfrm>
            <a:off x="8046720" y="2194560"/>
            <a:ext cx="731520" cy="731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24" name="Image 3" descr="/home/claude/icons/userSecr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237744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552944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7552944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7552944" y="374904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ethical vs. malicious hacking and testing methodology.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9628632" y="1874520"/>
            <a:ext cx="2084832" cy="3794760"/>
          </a:xfrm>
          <a:prstGeom prst="roundRect">
            <a:avLst>
              <a:gd name="adj" fmla="val 3509"/>
            </a:avLst>
          </a:prstGeom>
          <a:solidFill>
            <a:srgbClr val="0A1929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05288" y="2194560"/>
            <a:ext cx="731520" cy="731520"/>
          </a:xfrm>
          <a:prstGeom prst="ellipse">
            <a:avLst/>
          </a:prstGeom>
          <a:solidFill>
            <a:srgbClr val="17324F"/>
          </a:solidFill>
          <a:ln/>
        </p:spPr>
      </p:sp>
      <p:pic>
        <p:nvPicPr>
          <p:cNvPr id="30" name="Image 4" descr="/home/claude/icons/lo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8168" y="23774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811512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9811512" y="3108960"/>
            <a:ext cx="17190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</a:t>
            </a:r>
            <a:endParaRPr lang="en-US" sz="1350" dirty="0"/>
          </a:p>
        </p:txBody>
      </p:sp>
      <p:sp>
        <p:nvSpPr>
          <p:cNvPr id="33" name="Text 26"/>
          <p:cNvSpPr/>
          <p:nvPr/>
        </p:nvSpPr>
        <p:spPr>
          <a:xfrm>
            <a:off x="9811512" y="3749040"/>
            <a:ext cx="1719072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practices for securing systems, networks and data.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 OF THE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Project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649224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0312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Included in Scope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58521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Foundational, beginner-level cyber security concepts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networking concepts relevant to security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common vulnerabilities and threats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widely used open-source security tools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ethical hacking methodology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269480" y="1828800"/>
            <a:ext cx="4297680" cy="3931920"/>
          </a:xfrm>
          <a:prstGeom prst="roundRect">
            <a:avLst>
              <a:gd name="adj" fmla="val 1860"/>
            </a:avLst>
          </a:prstGeom>
          <a:solidFill>
            <a:srgbClr val="0A1929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589520" y="260604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production systems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confidential organizational data</a:t>
            </a:r>
            <a:endParaRPr lang="en-US" sz="1200" dirty="0"/>
          </a:p>
          <a:p>
            <a:pPr marL="342900" indent="-342900">
              <a:spcAft>
                <a:spcPts val="1200"/>
              </a:spcAft>
              <a:buSzPct val="100000"/>
              <a:buChar char="✗"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enterprise-grade security operations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589520" y="4846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exercises were carried out in a controlled, simulated lab environment.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WITH THE INDUSTRY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6" name="Image 0" descr="/home/claude/icons/linu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2366010"/>
            <a:ext cx="342900" cy="3429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 Linux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&amp; security auditing distro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21945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1" name="Image 1" descr="/home/claude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7730" y="2366010"/>
            <a:ext cx="342900" cy="3429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924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Wireshark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2628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protocol analyzer for traffic inspection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01000" y="19202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21945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16" name="Image 2" descr="/home/claude/icons/netwo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050" y="2366010"/>
            <a:ext cx="342900" cy="3429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52560" y="2148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Nmap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229600" y="30175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discovery and port scanning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9436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51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1" name="Image 3" descr="/home/claude/icons/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410" y="442341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64592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2296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virtual lab environments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4251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26" name="Image 4" descr="/home/claude/icons/bu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7730" y="4423410"/>
            <a:ext cx="342900" cy="3429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4924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Burp Suite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2628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 security testing (Community Ed.)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01000" y="3977640"/>
            <a:ext cx="3520440" cy="1874520"/>
          </a:xfrm>
          <a:prstGeom prst="roundRect">
            <a:avLst>
              <a:gd name="adj" fmla="val 3902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0" y="4251960"/>
            <a:ext cx="685800" cy="685800"/>
          </a:xfrm>
          <a:prstGeom prst="ellipse">
            <a:avLst/>
          </a:prstGeom>
          <a:solidFill>
            <a:srgbClr val="1E3A5F"/>
          </a:solidFill>
          <a:ln/>
        </p:spPr>
      </p:sp>
      <p:pic>
        <p:nvPicPr>
          <p:cNvPr id="31" name="Image 5" descr="/home/claude/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01050" y="4423410"/>
            <a:ext cx="342900" cy="3429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52560" y="4206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/ AV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229600" y="507492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Perimeter defense + OWASP Top 10 awareness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DEFENSE IN DEPTH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Secured Network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783080"/>
            <a:ext cx="109728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1924812"/>
            <a:ext cx="475488" cy="47548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6" name="Image 0" descr="/home/claude/icons_navy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43684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27080" y="1783080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417320" y="1847088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Devices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417320" y="2167128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End-user devices connecting through the local network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996696" y="2542032"/>
            <a:ext cx="0" cy="91440"/>
          </a:xfrm>
          <a:prstGeom prst="line">
            <a:avLst/>
          </a:prstGeom>
          <a:noFill/>
          <a:ln w="19050">
            <a:solidFill>
              <a:srgbClr val="9FC7D6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94360" y="2633472"/>
            <a:ext cx="109728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" y="2775204"/>
            <a:ext cx="475488" cy="47548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3" name="Image 1" descr="/home/claude/icons_navy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894076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927080" y="2633472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1417320" y="269748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1417320" y="3017520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incoming &amp; outgoing traffic at the network perimeter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996696" y="3392424"/>
            <a:ext cx="0" cy="91440"/>
          </a:xfrm>
          <a:prstGeom prst="line">
            <a:avLst/>
          </a:prstGeom>
          <a:noFill/>
          <a:ln w="19050">
            <a:solidFill>
              <a:srgbClr val="9FC7D6"/>
            </a:solidFill>
            <a:prstDash val="dash"/>
          </a:ln>
        </p:spPr>
      </p:sp>
      <p:sp>
        <p:nvSpPr>
          <p:cNvPr id="18" name="Shape 14"/>
          <p:cNvSpPr/>
          <p:nvPr/>
        </p:nvSpPr>
        <p:spPr>
          <a:xfrm>
            <a:off x="594360" y="3483864"/>
            <a:ext cx="109728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8952" y="3625596"/>
            <a:ext cx="475488" cy="47548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0" name="Image 2" descr="/home/claude/icons_navy/ey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74446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27080" y="3483864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417320" y="3547872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/ IPS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1417320" y="3867912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traffic and flags suspicious activity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96696" y="4242816"/>
            <a:ext cx="0" cy="91440"/>
          </a:xfrm>
          <a:prstGeom prst="line">
            <a:avLst/>
          </a:prstGeom>
          <a:noFill/>
          <a:ln w="19050">
            <a:solidFill>
              <a:srgbClr val="9FC7D6"/>
            </a:solidFill>
            <a:prstDash val="dash"/>
          </a:ln>
        </p:spPr>
      </p:sp>
      <p:sp>
        <p:nvSpPr>
          <p:cNvPr id="25" name="Shape 20"/>
          <p:cNvSpPr/>
          <p:nvPr/>
        </p:nvSpPr>
        <p:spPr>
          <a:xfrm>
            <a:off x="594360" y="4334256"/>
            <a:ext cx="109728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758952" y="4475988"/>
            <a:ext cx="475488" cy="47548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7" name="Image 3" descr="/home/claude/icons_navy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4594860"/>
            <a:ext cx="237744" cy="23774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927080" y="4334256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1417320" y="4398264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Servers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1417320" y="4718304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by access control &amp; authentication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996696" y="5093208"/>
            <a:ext cx="0" cy="91440"/>
          </a:xfrm>
          <a:prstGeom prst="line">
            <a:avLst/>
          </a:prstGeom>
          <a:noFill/>
          <a:ln w="19050">
            <a:solidFill>
              <a:srgbClr val="9FC7D6"/>
            </a:solidFill>
            <a:prstDash val="dash"/>
          </a:ln>
        </p:spPr>
      </p:sp>
      <p:sp>
        <p:nvSpPr>
          <p:cNvPr id="32" name="Shape 26"/>
          <p:cNvSpPr/>
          <p:nvPr/>
        </p:nvSpPr>
        <p:spPr>
          <a:xfrm>
            <a:off x="594360" y="5184648"/>
            <a:ext cx="10972800" cy="758952"/>
          </a:xfrm>
          <a:prstGeom prst="roundRect">
            <a:avLst>
              <a:gd name="adj" fmla="val 7229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58952" y="5326380"/>
            <a:ext cx="475488" cy="475488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34" name="Image 4" descr="/home/claude/icons_navy/search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7824" y="5445252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27080" y="5184648"/>
            <a:ext cx="457200" cy="7589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E6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29"/>
          <p:cNvSpPr/>
          <p:nvPr/>
        </p:nvSpPr>
        <p:spPr>
          <a:xfrm>
            <a:off x="1417320" y="5248656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 &amp; Monitoring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1417320" y="5568696"/>
            <a:ext cx="9418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activity for later analysis (e.g. Wireshark)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WEEK-WISE LEARNING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77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10515600" cy="0"/>
          </a:xfrm>
          <a:prstGeom prst="line">
            <a:avLst/>
          </a:prstGeom>
          <a:noFill/>
          <a:ln w="25400">
            <a:solidFill>
              <a:srgbClr val="1E3A5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5396" y="3145536"/>
            <a:ext cx="201168" cy="201168"/>
          </a:xfrm>
          <a:prstGeom prst="ellipse">
            <a:avLst/>
          </a:prstGeom>
          <a:solidFill>
            <a:srgbClr val="00D9FF"/>
          </a:solidFill>
          <a:ln w="38100">
            <a:solidFill>
              <a:srgbClr val="0A192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96596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075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697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CIA triad, cyber threat types, and core networking concepts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125980" y="3108960"/>
            <a:ext cx="0" cy="1371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22876" y="3145536"/>
            <a:ext cx="201168" cy="201168"/>
          </a:xfrm>
          <a:prstGeom prst="ellipse">
            <a:avLst/>
          </a:prstGeom>
          <a:solidFill>
            <a:srgbClr val="00D9FF"/>
          </a:solidFill>
          <a:ln w="38100">
            <a:solidFill>
              <a:srgbClr val="0A192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361188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37216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703320" y="39959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&amp; Scanning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4343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lab setup, Kali Linux, Nmap and Wireshark practice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4823460" y="3346704"/>
            <a:ext cx="0" cy="265176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0356" y="3145536"/>
            <a:ext cx="201168" cy="201168"/>
          </a:xfrm>
          <a:prstGeom prst="ellipse">
            <a:avLst/>
          </a:prstGeom>
          <a:solidFill>
            <a:srgbClr val="00D9FF"/>
          </a:solidFill>
          <a:ln w="38100">
            <a:solidFill>
              <a:srgbClr val="0A192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96596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0756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0" y="235000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Hacking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Penetration testing phases and OWASP Top 10 overview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7520940" y="3108960"/>
            <a:ext cx="0" cy="137160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117836" y="3145536"/>
            <a:ext cx="201168" cy="201168"/>
          </a:xfrm>
          <a:prstGeom prst="ellipse">
            <a:avLst/>
          </a:prstGeom>
          <a:solidFill>
            <a:srgbClr val="00D9FF"/>
          </a:solidFill>
          <a:ln w="38100">
            <a:solidFill>
              <a:srgbClr val="0A192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15400" y="3611880"/>
            <a:ext cx="2606040" cy="1143000"/>
          </a:xfrm>
          <a:prstGeom prst="roundRect">
            <a:avLst>
              <a:gd name="adj" fmla="val 5600"/>
            </a:avLst>
          </a:prstGeom>
          <a:solidFill>
            <a:srgbClr val="12263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98280" y="372160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098280" y="3995928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43434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3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exercises, report writing and final evaluation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10218420" y="3346704"/>
            <a:ext cx="0" cy="265176"/>
          </a:xfrm>
          <a:prstGeom prst="line">
            <a:avLst/>
          </a:prstGeom>
          <a:noFill/>
          <a:ln w="1905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6FA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GAINED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9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94360" y="187452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93392"/>
            <a:ext cx="548640" cy="54864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6" name="Image 0" descr="/home/claude/icons_navy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305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74520"/>
            <a:ext cx="9692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understanding of core cyber security concepts and terminology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94360" y="278892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2907792"/>
            <a:ext cx="548640" cy="54864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0" name="Image 1" descr="/home/claude/icons_navy/termin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0449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508760" y="2788920"/>
            <a:ext cx="9692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familiarity with Nmap, Wireshark and Kali Linux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94360" y="370332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777240" y="3822192"/>
            <a:ext cx="548640" cy="54864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4" name="Image 2" descr="/home/claude/icons_navy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593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508760" y="3703320"/>
            <a:ext cx="9692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of common attack techniques and preventive measures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94360" y="461772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77240" y="4736592"/>
            <a:ext cx="548640" cy="54864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18" name="Image 3" descr="/home/claude/icons_navy/userSecre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73752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08760" y="4617720"/>
            <a:ext cx="9692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Awareness of ethical hacking and responsible security testing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594360" y="5532120"/>
            <a:ext cx="10881360" cy="786384"/>
          </a:xfrm>
          <a:prstGeom prst="roundRect">
            <a:avLst>
              <a:gd name="adj" fmla="val 8140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777240" y="5650992"/>
            <a:ext cx="548640" cy="548640"/>
          </a:xfrm>
          <a:prstGeom prst="ellipse">
            <a:avLst/>
          </a:prstGeom>
          <a:solidFill>
            <a:srgbClr val="E7F6FA"/>
          </a:solidFill>
          <a:ln/>
        </p:spPr>
      </p:sp>
      <p:pic>
        <p:nvPicPr>
          <p:cNvPr id="22" name="Image 4" descr="/home/claude/icons_navy/gradcap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788152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508760" y="5532120"/>
            <a:ext cx="9692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A19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foundation for advanced cyber security learning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010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54864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B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· CODEC TECHNOLOGIES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COMPLETION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315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3200" dirty="0"/>
          </a:p>
        </p:txBody>
      </p:sp>
      <p:pic>
        <p:nvPicPr>
          <p:cNvPr id="4" name="Image 0" descr="/home/claude/certifica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2848" y="1645920"/>
            <a:ext cx="7772400" cy="435254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105156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0" name="Shape 8"/>
          <p:cNvSpPr/>
          <p:nvPr/>
        </p:nvSpPr>
        <p:spPr>
          <a:xfrm>
            <a:off x="105156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156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156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Shape 12"/>
          <p:cNvSpPr/>
          <p:nvPr/>
        </p:nvSpPr>
        <p:spPr>
          <a:xfrm>
            <a:off x="155448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55448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55448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7" name="Shape 15"/>
          <p:cNvSpPr/>
          <p:nvPr/>
        </p:nvSpPr>
        <p:spPr>
          <a:xfrm>
            <a:off x="155448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5448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9" name="Shape 17"/>
          <p:cNvSpPr/>
          <p:nvPr/>
        </p:nvSpPr>
        <p:spPr>
          <a:xfrm>
            <a:off x="155448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205740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1" name="Shape 19"/>
          <p:cNvSpPr/>
          <p:nvPr/>
        </p:nvSpPr>
        <p:spPr>
          <a:xfrm>
            <a:off x="205740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2" name="Shape 20"/>
          <p:cNvSpPr/>
          <p:nvPr/>
        </p:nvSpPr>
        <p:spPr>
          <a:xfrm>
            <a:off x="205740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Shape 21"/>
          <p:cNvSpPr/>
          <p:nvPr/>
        </p:nvSpPr>
        <p:spPr>
          <a:xfrm>
            <a:off x="205740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4" name="Shape 22"/>
          <p:cNvSpPr/>
          <p:nvPr/>
        </p:nvSpPr>
        <p:spPr>
          <a:xfrm>
            <a:off x="205740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5" name="Shape 23"/>
          <p:cNvSpPr/>
          <p:nvPr/>
        </p:nvSpPr>
        <p:spPr>
          <a:xfrm>
            <a:off x="205740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6" name="Shape 24"/>
          <p:cNvSpPr/>
          <p:nvPr/>
        </p:nvSpPr>
        <p:spPr>
          <a:xfrm>
            <a:off x="256032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7" name="Shape 25"/>
          <p:cNvSpPr/>
          <p:nvPr/>
        </p:nvSpPr>
        <p:spPr>
          <a:xfrm>
            <a:off x="256032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8" name="Shape 26"/>
          <p:cNvSpPr/>
          <p:nvPr/>
        </p:nvSpPr>
        <p:spPr>
          <a:xfrm>
            <a:off x="256032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9" name="Shape 27"/>
          <p:cNvSpPr/>
          <p:nvPr/>
        </p:nvSpPr>
        <p:spPr>
          <a:xfrm>
            <a:off x="256032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032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1" name="Shape 29"/>
          <p:cNvSpPr/>
          <p:nvPr/>
        </p:nvSpPr>
        <p:spPr>
          <a:xfrm>
            <a:off x="256032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2" name="Shape 30"/>
          <p:cNvSpPr/>
          <p:nvPr/>
        </p:nvSpPr>
        <p:spPr>
          <a:xfrm>
            <a:off x="3063240" y="49377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3" name="Shape 31"/>
          <p:cNvSpPr/>
          <p:nvPr/>
        </p:nvSpPr>
        <p:spPr>
          <a:xfrm>
            <a:off x="3063240" y="544068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4" name="Shape 32"/>
          <p:cNvSpPr/>
          <p:nvPr/>
        </p:nvSpPr>
        <p:spPr>
          <a:xfrm>
            <a:off x="3063240" y="594360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5" name="Shape 33"/>
          <p:cNvSpPr/>
          <p:nvPr/>
        </p:nvSpPr>
        <p:spPr>
          <a:xfrm>
            <a:off x="3063240" y="644652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6" name="Shape 34"/>
          <p:cNvSpPr/>
          <p:nvPr/>
        </p:nvSpPr>
        <p:spPr>
          <a:xfrm>
            <a:off x="3063240" y="694944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7" name="Shape 35"/>
          <p:cNvSpPr/>
          <p:nvPr/>
        </p:nvSpPr>
        <p:spPr>
          <a:xfrm>
            <a:off x="3063240" y="7452360"/>
            <a:ext cx="45720" cy="4572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38" name="Shape 36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12263F"/>
          </a:solidFill>
          <a:ln/>
        </p:spPr>
      </p:sp>
      <p:pic>
        <p:nvPicPr>
          <p:cNvPr id="39" name="Image 0" descr="/home/claude/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3016" y="1623060"/>
            <a:ext cx="502920" cy="5029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0" y="265176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41" name="Text 38"/>
          <p:cNvSpPr/>
          <p:nvPr/>
        </p:nvSpPr>
        <p:spPr>
          <a:xfrm>
            <a:off x="0" y="34290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Security Internship  ·  Codec Technologies Pvt. Ltd.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0" y="38862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FE8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HITESH  ·  Roll No. 2410031468  ·  B.Tech CSE, IILM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2026-09-19T22:08:45Z</dcterms:created>
  <dcterms:modified xsi:type="dcterms:W3CDTF">2026-09-19T22:08:45Z</dcterms:modified>
</cp:coreProperties>
</file>